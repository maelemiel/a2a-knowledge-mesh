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Inter"/>
              </a:defRPr>
            </a:pPr>
            <a:r>
              <a:t>BAND OF AGENTS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Inter"/>
              </a:defRPr>
            </a:pPr>
            <a:r>
              <a:t>A2A Knowledge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Inter"/>
              </a:defRPr>
            </a:pPr>
            <a:r>
              <a:t>Catch enterprise knowledge drift before it catches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Inter"/>
              </a:defRPr>
            </a:pPr>
            <a:r>
              <a:t>Created by: Eliott Raguin &amp; Maël Perrigaud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Inter"/>
              </a:defRPr>
            </a:pPr>
            <a:r>
              <a:t>Scraper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Data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3840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Inter"/>
              </a:defRPr>
            </a:pPr>
            <a:r>
              <a:t>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Inter"/>
              </a:defRPr>
            </a:pPr>
            <a:r>
              <a:t>Keeper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1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Data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3840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Inter"/>
              </a:defRPr>
            </a:pPr>
            <a:r>
              <a:t>Reconciler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Conflict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3840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Inter"/>
              </a:defRPr>
            </a:pPr>
            <a:r>
              <a:t>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Data Indexing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840480"/>
            <a:ext cx="20116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Inter"/>
              </a:defRPr>
            </a:pPr>
            <a:r>
              <a:t>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System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Five specialized agents · One Band room · Real-time drift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Inter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Enterprise Knowledge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Docs say one thing. Code says another. CI lives in its own world. Nobody notices until it breaks.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Inter"/>
              </a:defRPr>
            </a:pPr>
            <a:r>
              <a:t>README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Python 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pip 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Inter"/>
              </a:defRPr>
            </a:pPr>
            <a:r>
              <a:t>pyproject.toml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Python &gt;=3.11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uv install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Inter"/>
              </a:defRPr>
            </a:pPr>
            <a:r>
              <a:t>CI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Python 3.12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41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Inter"/>
              </a:defRPr>
            </a:pPr>
            <a:r>
              <a:t>Dockerfile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Python 3.10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041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Inter"/>
              </a:defRPr>
            </a:pPr>
            <a:r>
              <a:t>Architecture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Firebase 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3832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041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Inter"/>
              </a:defRPr>
            </a:pPr>
            <a:r>
              <a:t>Code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Inter"/>
              </a:defRPr>
            </a:pPr>
            <a:r>
              <a:t>Supabase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Inter"/>
              </a:defRPr>
            </a:pPr>
            <a:r>
              <a:t>⚠ Same project. Six contradicting sources. Which one is the actual ground truth?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Inter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Five Agents, One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Band-native multi-agent platform that detects, scores, and resolves knowledge drift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Inter"/>
              </a:defRPr>
            </a:pPr>
            <a:r>
              <a:t>🔍 Scraper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6334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Reads repos, extracts structured facts via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Inter"/>
              </a:defRPr>
            </a:pPr>
            <a:r>
              <a:t>💾 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5643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SQLite fact store with O(n log n) conflict detection via JOIN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793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Inter"/>
              </a:defRPr>
            </a:pPr>
            <a:r>
              <a:t>⚖️ Reconciler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7939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LLM-powered conflict scoring + interactive resolution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Inter"/>
              </a:defRPr>
            </a:pPr>
            <a:r>
              <a:t>📋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10235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Dynamic service discovery for mesh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0720"/>
            <a:ext cx="1069848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9253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Inter"/>
              </a:defRPr>
            </a:pPr>
            <a:r>
              <a:t>📊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92531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Real-time dashboard with modern glassmorphism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Inter"/>
              </a:defRPr>
            </a:pPr>
            <a:r>
              <a:t>Collaborative Multi-Agent Flow</a:t>
            </a:r>
          </a:p>
        </p:txBody>
      </p:sp>
      <p:pic>
        <p:nvPicPr>
          <p:cNvPr id="5" name="Picture 4" descr="five_agents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3152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645920"/>
            <a:ext cx="31089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Inter"/>
              </a:defRPr>
            </a:pPr>
            <a:r>
              <a:t>Key Infrastructure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8600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Band Room Transport: agents communicate using @mentions and WebSockets.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Decentralized DB: each agent maintains its own SQLite database.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A2A Protocol: standard JSON-RPC 2.0 endpoints for local agent requests.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Provenance Tracked: facts are RDF-lite triples containing subject, predicate, object, source_id, and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Secure bearer authentication + HMAC payload signatures protect all inter-agent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Inter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Watch It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75104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Inter"/>
              </a:defRPr>
            </a:pPr>
            <a:r>
              <a:t>Scraper scans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311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8 facts extracted from docs-repo + code-repo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69848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84378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Inter"/>
              </a:defRPr>
            </a:pPr>
            <a:r>
              <a:t>Keeper detects conflicts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998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3 contradictions found (framework, version, database)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69848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7124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Inter"/>
              </a:defRPr>
            </a:pPr>
            <a:r>
              <a:t>Reconciler scores 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684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critical · high · medium — with LLM confidence ratings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581144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Inter"/>
              </a:defRPr>
            </a:pPr>
            <a:r>
              <a:t>Human reviews &amp; resolves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371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Interactive loop via @mentions in Band room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698480" cy="749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449824"/>
            <a:ext cx="457200" cy="4572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1600" b="1">
                <a:solidFill>
                  <a:srgbClr val="F8FAFC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Inter"/>
              </a:defRPr>
            </a:pPr>
            <a:r>
              <a:t>Dashboard updates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7058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Timeline, counters, and mesh graph reflect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Run: bash scripts/run_mesh.sh  ·  Offline mode: uv run python scripts/quick_demo.py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Inter"/>
              </a:defRPr>
            </a:pPr>
            <a: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Knowledge Mesh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Inter"/>
              </a:defRPr>
            </a:pPr>
            <a:r>
              <a:t>🔵 Subject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Inter"/>
              </a:defRPr>
            </a:pPr>
            <a:r>
              <a:t>🟢 Valid 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3F5E"/>
                </a:solidFill>
                <a:latin typeface="Inter"/>
              </a:defRPr>
            </a:pPr>
            <a:r>
              <a:t>🔴 Active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mesh graphify generates an interactive Vis.js network graph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Click any node to inspect: versions, timestamps, source files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Subjects (blue) connect to facts (green) — conflicts (red) are visually scannable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Inter"/>
              </a:defRPr>
            </a:pPr>
            <a:r>
              <a:t>• Zoom, pan, filter — built for human-in-the-loop debugging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66344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project-ALLY</a:t>
            </a:r>
          </a:p>
        </p:txBody>
      </p:sp>
      <p:sp>
        <p:nvSpPr>
          <p:cNvPr id="13" name="Oval 12"/>
          <p:cNvSpPr/>
          <p:nvPr/>
        </p:nvSpPr>
        <p:spPr>
          <a:xfrm>
            <a:off x="3017520" y="429768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framework=Next.js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521208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framework=React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466344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language=TypeScript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429768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version=18.2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0" y="5212080"/>
            <a:ext cx="2011680" cy="6858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8FAFC"/>
                </a:solidFill>
                <a:latin typeface="Inter"/>
              </a:defRPr>
            </a:pPr>
            <a:r>
              <a:t>version=16.8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Inter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Runtime &amp;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Python 3.11+ · Starlette + Uvicorn · SQLite WAL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848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Agent Coordination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Band SDK (WebSocket) · A2A Protocol (JSON-RPC 2.0)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LLM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Featherless / OpenAI API · Resilience: 2x retries +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3756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Security &amp;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HMAC body signing · Per-role bearer tokens · master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194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Developer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Glassmorphic dashboard UI · Interactive Vis.js network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2120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194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Inter"/>
              </a:defRPr>
            </a:pPr>
            <a:r>
              <a:t>Testing &amp; Fixtures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578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Inter"/>
              </a:defRPr>
            </a:pPr>
            <a:r>
              <a:t>std unittest · Offline fixtures covering 4 drift scenarios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Inter"/>
              </a:defRPr>
            </a:pPr>
            <a:r>
              <a:t>WHY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Why Band of Agents?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Shared room collaboration: 5 agents communicate seamlessly in one room.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Structured context hand-off: @mentions transfer structured fact payloads.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Real-time events: WebSockets keep system dashboard synchronized without polling.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Human-in-the-loop: Reconciler offers AI recommendations, human stays in control.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Open standard ready: standard LVK/WebSocket and local A2A fallback options.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  <a:latin typeface="Inter"/>
              </a:defRPr>
            </a:pPr>
            <a:r>
              <a:t>• Single-command launch: one unified script starts all agents and database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Inter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Inter"/>
              </a:defRPr>
            </a:pPr>
            <a:r>
              <a:t>Market Scope &amp;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Inter"/>
              </a:defRPr>
            </a:pPr>
            <a:r>
              <a:t>Market Size &amp;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• TAM: $12B+ Enterprise Knowledge Management Market.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• SAM: $1.2B DevOps &amp; CI/CD Integrity Assurance sector.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• Revenue Stream 1: SaaS subscriptions per repository &amp; active user.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• Revenue Stream 2: Self-hosted enterprise licenses for high security compliance.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• High Growth: Drift detection is critical for companies utilizing AI and automated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Inter"/>
              </a:defRPr>
            </a:pPr>
            <a:r>
              <a:t>Unique Selling Proposition (USP)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Active Reconciliation: Unlike passive sync tools (e.g. Memory Store, YC P26) which copy raw chat logs, we check all files and detect actual code vs doc contradictions.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Conflict Scoring: Automatically scores drift severity using local LLM algorithms.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Human-in-the-loop: Allows easy resolution through Band room commands, keeping developers in control.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Inter"/>
              </a:defRPr>
            </a:pPr>
            <a:r>
              <a:t>• Full Provenance: Tracks source_id, timestamp, and version for every fact and conflict resolved.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Inter"/>
              </a:defRPr>
            </a:pPr>
            <a:r>
              <a:t>A2A Knowledge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Inter"/>
              </a:defRPr>
            </a:pPr>
            <a:r>
              <a:t>github.com/maelemiel/a2a-knowledge-mesh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Inter"/>
              </a:defRPr>
            </a:pPr>
            <a:r>
              <a:t>Created by: Eliott Raguin &amp; Maël Perrigaud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Inter"/>
              </a:defRPr>
            </a:pPr>
            <a:r>
              <a:t>Built for Band of Agents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